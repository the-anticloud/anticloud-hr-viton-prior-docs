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Commitment To Humanity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Company: Anticloud FZ LLE</a:t>
            </a:r>
          </a:p>
          <a:p>
            <a:r>
              <a:rPr sz="1400"/>
              <a:t>Model: PAX L5 Narrow L2 General 27B</a:t>
            </a:r>
          </a:p>
          <a:p>
            <a:r>
              <a:rPr sz="1400"/>
              <a:t>Project: HR_VITON | Category: CLOTHING_RETAIL</a:t>
            </a:r>
          </a:p>
          <a:p>
            <a:r>
              <a:rPr sz="1400"/>
              <a:t>Upstream: https://github.com/sangyun884/HR-VITON (MIT)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This document covers commitment to humanity for the Anticloud integration of HR_VITON.</a:t>
            </a:r>
          </a:p>
          <a:p>
            <a:r>
              <a:rPr sz="1400"/>
              <a:t>High-resolution virtual try-on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PAX L5 Narrow L2 General 27B is integrated into HR_VITON to provide:</a:t>
            </a:r>
          </a:p>
          <a:p>
            <a:r>
              <a:rPr sz="1400"/>
              <a:t>- Local AI inference with zero cloud dependency</a:t>
            </a:r>
          </a:p>
          <a:p>
            <a:r>
              <a:rPr sz="1400"/>
              <a:t>- AIOSS tamper-evident audit chain</a:t>
            </a:r>
          </a:p>
          <a:p>
            <a:r>
              <a:rPr sz="1400"/>
              <a:t>- AES-256 encryption at rest</a:t>
            </a:r>
          </a:p>
          <a:p>
            <a:r>
              <a:rPr sz="1400"/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Lois-Kleinner Alpasan — CEO &amp; CTO, Anticloud FZ LLE</a:t>
            </a:r>
          </a:p>
          <a:p>
            <a:r>
              <a:rPr sz="1400"/>
              <a:t>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